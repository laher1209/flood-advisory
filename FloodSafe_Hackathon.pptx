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DC629-AD45-4522-8155-D8CDC2007C8E}" v="16" dt="2026-10-21T16:21:22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el Khan" userId="70fa012674101127" providerId="LiveId" clId="{4DC217D6-08E4-4978-A1DC-F200348E32A0}"/>
    <pc:docChg chg="undo custSel modSld">
      <pc:chgData name="Adeel Khan" userId="70fa012674101127" providerId="LiveId" clId="{4DC217D6-08E4-4978-A1DC-F200348E32A0}" dt="2026-10-21T16:31:01.819" v="975" actId="14100"/>
      <pc:docMkLst>
        <pc:docMk/>
      </pc:docMkLst>
      <pc:sldChg chg="addSp delSp modSp mod">
        <pc:chgData name="Adeel Khan" userId="70fa012674101127" providerId="LiveId" clId="{4DC217D6-08E4-4978-A1DC-F200348E32A0}" dt="2026-10-21T16:31:01.819" v="975" actId="14100"/>
        <pc:sldMkLst>
          <pc:docMk/>
          <pc:sldMk cId="0" sldId="256"/>
        </pc:sldMkLst>
        <pc:spChg chg="del mod">
          <ac:chgData name="Adeel Khan" userId="70fa012674101127" providerId="LiveId" clId="{4DC217D6-08E4-4978-A1DC-F200348E32A0}" dt="2026-10-21T16:29:44.058" v="958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34.310" v="799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37.242" v="802" actId="403"/>
          <ac:spMkLst>
            <pc:docMk/>
            <pc:sldMk cId="0" sldId="256"/>
            <ac:spMk id="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40.399" v="805" actId="403"/>
          <ac:spMkLst>
            <pc:docMk/>
            <pc:sldMk cId="0" sldId="256"/>
            <ac:spMk id="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43.628" v="808" actId="40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46.938" v="811" actId="40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53.782" v="815" actId="403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42.336" v="679" actId="403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31:01.819" v="975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47.679" v="784" actId="40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51.159" v="787" actId="403"/>
          <ac:spMkLst>
            <pc:docMk/>
            <pc:sldMk cId="0" sldId="256"/>
            <ac:spMk id="2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5:03.587" v="793" actId="403"/>
          <ac:spMkLst>
            <pc:docMk/>
            <pc:sldMk cId="0" sldId="256"/>
            <ac:spMk id="2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54.723" v="790" actId="403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Adeel Khan" userId="70fa012674101127" providerId="LiveId" clId="{4DC217D6-08E4-4978-A1DC-F200348E32A0}" dt="2026-10-21T15:57:03.464" v="2" actId="21"/>
          <ac:spMkLst>
            <pc:docMk/>
            <pc:sldMk cId="0" sldId="256"/>
            <ac:spMk id="29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08.818" v="231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02.880" v="230" actId="21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Adeel Khan" userId="70fa012674101127" providerId="LiveId" clId="{4DC217D6-08E4-4978-A1DC-F200348E32A0}" dt="2026-10-21T16:25:15.545" v="794" actId="207"/>
          <ac:spMkLst>
            <pc:docMk/>
            <pc:sldMk cId="0" sldId="256"/>
            <ac:spMk id="32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12.360" v="232" actId="478"/>
          <ac:spMkLst>
            <pc:docMk/>
            <pc:sldMk cId="0" sldId="256"/>
            <ac:spMk id="33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14.447" v="233" actId="478"/>
          <ac:spMkLst>
            <pc:docMk/>
            <pc:sldMk cId="0" sldId="256"/>
            <ac:spMk id="34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24.186" v="237" actId="478"/>
          <ac:spMkLst>
            <pc:docMk/>
            <pc:sldMk cId="0" sldId="256"/>
            <ac:spMk id="35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22.226" v="236" actId="478"/>
          <ac:spMkLst>
            <pc:docMk/>
            <pc:sldMk cId="0" sldId="256"/>
            <ac:spMk id="36" creationId="{00000000-0000-0000-0000-000000000000}"/>
          </ac:spMkLst>
        </pc:spChg>
        <pc:spChg chg="del mod">
          <ac:chgData name="Adeel Khan" userId="70fa012674101127" providerId="LiveId" clId="{4DC217D6-08E4-4978-A1DC-F200348E32A0}" dt="2026-10-21T16:03:20.492" v="235" actId="478"/>
          <ac:spMkLst>
            <pc:docMk/>
            <pc:sldMk cId="0" sldId="256"/>
            <ac:spMk id="37" creationId="{00000000-0000-0000-0000-000000000000}"/>
          </ac:spMkLst>
        </pc:spChg>
        <pc:spChg chg="del mod">
          <ac:chgData name="Adeel Khan" userId="70fa012674101127" providerId="LiveId" clId="{4DC217D6-08E4-4978-A1DC-F200348E32A0}" dt="2026-10-21T16:03:31.846" v="241" actId="478"/>
          <ac:spMkLst>
            <pc:docMk/>
            <pc:sldMk cId="0" sldId="256"/>
            <ac:spMk id="38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45.793" v="248" actId="478"/>
          <ac:spMkLst>
            <pc:docMk/>
            <pc:sldMk cId="0" sldId="256"/>
            <ac:spMk id="39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48.447" v="250" actId="478"/>
          <ac:spMkLst>
            <pc:docMk/>
            <pc:sldMk cId="0" sldId="256"/>
            <ac:spMk id="40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47.240" v="249" actId="478"/>
          <ac:spMkLst>
            <pc:docMk/>
            <pc:sldMk cId="0" sldId="256"/>
            <ac:spMk id="41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50.230" v="251" actId="478"/>
          <ac:spMkLst>
            <pc:docMk/>
            <pc:sldMk cId="0" sldId="256"/>
            <ac:spMk id="42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44.837" v="247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36.361" v="243" actId="478"/>
          <ac:spMkLst>
            <pc:docMk/>
            <pc:sldMk cId="0" sldId="256"/>
            <ac:spMk id="44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40.167" v="245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38.480" v="244" actId="478"/>
          <ac:spMkLst>
            <pc:docMk/>
            <pc:sldMk cId="0" sldId="256"/>
            <ac:spMk id="46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43.157" v="246" actId="478"/>
          <ac:spMkLst>
            <pc:docMk/>
            <pc:sldMk cId="0" sldId="256"/>
            <ac:spMk id="47" creationId="{00000000-0000-0000-0000-000000000000}"/>
          </ac:spMkLst>
        </pc:spChg>
        <pc:spChg chg="del">
          <ac:chgData name="Adeel Khan" userId="70fa012674101127" providerId="LiveId" clId="{4DC217D6-08E4-4978-A1DC-F200348E32A0}" dt="2026-10-21T16:03:34.086" v="242" actId="478"/>
          <ac:spMkLst>
            <pc:docMk/>
            <pc:sldMk cId="0" sldId="256"/>
            <ac:spMk id="48" creationId="{00000000-0000-0000-0000-000000000000}"/>
          </ac:spMkLst>
        </pc:spChg>
        <pc:spChg chg="add mod ord">
          <ac:chgData name="Adeel Khan" userId="70fa012674101127" providerId="LiveId" clId="{4DC217D6-08E4-4978-A1DC-F200348E32A0}" dt="2026-10-21T16:25:25.030" v="795" actId="1076"/>
          <ac:spMkLst>
            <pc:docMk/>
            <pc:sldMk cId="0" sldId="256"/>
            <ac:spMk id="50" creationId="{DED5735A-6974-3F51-7BE2-C2793DF4AA2C}"/>
          </ac:spMkLst>
        </pc:spChg>
        <pc:spChg chg="add mod">
          <ac:chgData name="Adeel Khan" userId="70fa012674101127" providerId="LiveId" clId="{4DC217D6-08E4-4978-A1DC-F200348E32A0}" dt="2026-10-21T15:58:58.723" v="22" actId="767"/>
          <ac:spMkLst>
            <pc:docMk/>
            <pc:sldMk cId="0" sldId="256"/>
            <ac:spMk id="51" creationId="{A64194A0-4AC4-D948-42FB-1BF9EBAC829A}"/>
          </ac:spMkLst>
        </pc:spChg>
      </pc:sldChg>
      <pc:sldChg chg="modSp mod">
        <pc:chgData name="Adeel Khan" userId="70fa012674101127" providerId="LiveId" clId="{4DC217D6-08E4-4978-A1DC-F200348E32A0}" dt="2026-10-21T16:29:31.486" v="953" actId="403"/>
        <pc:sldMkLst>
          <pc:docMk/>
          <pc:sldMk cId="0" sldId="257"/>
        </pc:sldMkLst>
        <pc:spChg chg="mod">
          <ac:chgData name="Adeel Khan" userId="70fa012674101127" providerId="LiveId" clId="{4DC217D6-08E4-4978-A1DC-F200348E32A0}" dt="2026-10-21T16:20:17.226" v="665" actId="403"/>
          <ac:spMkLst>
            <pc:docMk/>
            <pc:sldMk cId="0" sldId="257"/>
            <ac:spMk id="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13.207" v="662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09.515" v="659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21.303" v="668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26.713" v="671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31.899" v="676" actId="40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0:49.416" v="684" actId="40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7:20.960" v="317" actId="20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8:38.278" v="345" actId="403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31.486" v="953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7:00.102" v="309" actId="208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8:31.212" v="340" actId="404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28.713" v="951" actId="403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7:07.511" v="310" actId="208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8:22.191" v="333" actId="403"/>
          <ac:spMkLst>
            <pc:docMk/>
            <pc:sldMk cId="0" sldId="257"/>
            <ac:spMk id="3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25.818" v="949" actId="403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7:23.870" v="318" actId="20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21.836" v="947" actId="403"/>
          <ac:spMkLst>
            <pc:docMk/>
            <pc:sldMk cId="0" sldId="257"/>
            <ac:spMk id="3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10.143" v="937" actId="403"/>
          <ac:spMkLst>
            <pc:docMk/>
            <pc:sldMk cId="0" sldId="257"/>
            <ac:spMk id="4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15.050" v="940" actId="403"/>
          <ac:spMkLst>
            <pc:docMk/>
            <pc:sldMk cId="0" sldId="257"/>
            <ac:spMk id="4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9:18.597" v="944" actId="403"/>
          <ac:spMkLst>
            <pc:docMk/>
            <pc:sldMk cId="0" sldId="257"/>
            <ac:spMk id="4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7:43.761" v="321" actId="14100"/>
          <ac:spMkLst>
            <pc:docMk/>
            <pc:sldMk cId="0" sldId="257"/>
            <ac:spMk id="4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8:10.862" v="327" actId="403"/>
          <ac:spMkLst>
            <pc:docMk/>
            <pc:sldMk cId="0" sldId="257"/>
            <ac:spMk id="5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8:14.075" v="329" actId="403"/>
          <ac:spMkLst>
            <pc:docMk/>
            <pc:sldMk cId="0" sldId="257"/>
            <ac:spMk id="51" creationId="{00000000-0000-0000-0000-000000000000}"/>
          </ac:spMkLst>
        </pc:spChg>
      </pc:sldChg>
      <pc:sldChg chg="modSp mod">
        <pc:chgData name="Adeel Khan" userId="70fa012674101127" providerId="LiveId" clId="{4DC217D6-08E4-4978-A1DC-F200348E32A0}" dt="2026-10-21T16:28:58.792" v="933" actId="403"/>
        <pc:sldMkLst>
          <pc:docMk/>
          <pc:sldMk cId="0" sldId="258"/>
        </pc:sldMkLst>
        <pc:spChg chg="mod">
          <ac:chgData name="Adeel Khan" userId="70fa012674101127" providerId="LiveId" clId="{4DC217D6-08E4-4978-A1DC-F200348E32A0}" dt="2026-10-21T16:19:28.557" v="634" actId="404"/>
          <ac:spMkLst>
            <pc:docMk/>
            <pc:sldMk cId="0" sldId="258"/>
            <ac:spMk id="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35.532" v="639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39.438" v="642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43.170" v="645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46.895" v="648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50.782" v="651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23.062" v="629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58.792" v="933" actId="403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0:21.198" v="369" actId="403"/>
          <ac:spMkLst>
            <pc:docMk/>
            <pc:sldMk cId="0" sldId="258"/>
            <ac:spMk id="2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55.852" v="931" actId="403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51.306" v="929" actId="403"/>
          <ac:spMkLst>
            <pc:docMk/>
            <pc:sldMk cId="0" sldId="258"/>
            <ac:spMk id="3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0:24.523" v="371" actId="403"/>
          <ac:spMkLst>
            <pc:docMk/>
            <pc:sldMk cId="0" sldId="258"/>
            <ac:spMk id="3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47.724" v="927" actId="403"/>
          <ac:spMkLst>
            <pc:docMk/>
            <pc:sldMk cId="0" sldId="258"/>
            <ac:spMk id="3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0:34.258" v="377" actId="403"/>
          <ac:spMkLst>
            <pc:docMk/>
            <pc:sldMk cId="0" sldId="258"/>
            <ac:spMk id="4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44.802" v="924" actId="403"/>
          <ac:spMkLst>
            <pc:docMk/>
            <pc:sldMk cId="0" sldId="258"/>
            <ac:spMk id="4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34.969" v="915" actId="403"/>
          <ac:spMkLst>
            <pc:docMk/>
            <pc:sldMk cId="0" sldId="258"/>
            <ac:spMk id="4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38.118" v="918" actId="403"/>
          <ac:spMkLst>
            <pc:docMk/>
            <pc:sldMk cId="0" sldId="258"/>
            <ac:spMk id="5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41.938" v="921" actId="403"/>
          <ac:spMkLst>
            <pc:docMk/>
            <pc:sldMk cId="0" sldId="258"/>
            <ac:spMk id="55" creationId="{00000000-0000-0000-0000-000000000000}"/>
          </ac:spMkLst>
        </pc:spChg>
      </pc:sldChg>
      <pc:sldChg chg="delSp modSp mod">
        <pc:chgData name="Adeel Khan" userId="70fa012674101127" providerId="LiveId" clId="{4DC217D6-08E4-4978-A1DC-F200348E32A0}" dt="2026-10-21T16:28:23.124" v="912" actId="1035"/>
        <pc:sldMkLst>
          <pc:docMk/>
          <pc:sldMk cId="0" sldId="259"/>
        </pc:sldMkLst>
        <pc:spChg chg="del">
          <ac:chgData name="Adeel Khan" userId="70fa012674101127" providerId="LiveId" clId="{4DC217D6-08E4-4978-A1DC-F200348E32A0}" dt="2026-10-21T16:27:37.364" v="880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17.265" v="623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09.044" v="902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12.811" v="905" actId="40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16.140" v="909" actId="403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04.390" v="898" actId="403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56.876" v="892" actId="403"/>
          <ac:spMkLst>
            <pc:docMk/>
            <pc:sldMk cId="0" sldId="259"/>
            <ac:spMk id="3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53.065" v="889" actId="403"/>
          <ac:spMkLst>
            <pc:docMk/>
            <pc:sldMk cId="0" sldId="259"/>
            <ac:spMk id="4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8:00.346" v="895" actId="403"/>
          <ac:spMkLst>
            <pc:docMk/>
            <pc:sldMk cId="0" sldId="259"/>
            <ac:spMk id="4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44.424" v="883" actId="403"/>
          <ac:spMkLst>
            <pc:docMk/>
            <pc:sldMk cId="0" sldId="259"/>
            <ac:spMk id="5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48.178" v="886" actId="403"/>
          <ac:spMkLst>
            <pc:docMk/>
            <pc:sldMk cId="0" sldId="259"/>
            <ac:spMk id="54" creationId="{00000000-0000-0000-0000-000000000000}"/>
          </ac:spMkLst>
        </pc:spChg>
        <pc:picChg chg="mod">
          <ac:chgData name="Adeel Khan" userId="70fa012674101127" providerId="LiveId" clId="{4DC217D6-08E4-4978-A1DC-F200348E32A0}" dt="2026-10-21T16:28:23.124" v="912" actId="1035"/>
          <ac:picMkLst>
            <pc:docMk/>
            <pc:sldMk cId="0" sldId="259"/>
            <ac:picMk id="2" creationId="{00000000-0000-0000-0000-000000000000}"/>
          </ac:picMkLst>
        </pc:picChg>
      </pc:sldChg>
      <pc:sldChg chg="addSp delSp modSp mod">
        <pc:chgData name="Adeel Khan" userId="70fa012674101127" providerId="LiveId" clId="{4DC217D6-08E4-4978-A1DC-F200348E32A0}" dt="2026-10-21T16:19:06.890" v="617" actId="404"/>
        <pc:sldMkLst>
          <pc:docMk/>
          <pc:sldMk cId="0" sldId="260"/>
        </pc:sldMkLst>
        <pc:spChg chg="del">
          <ac:chgData name="Adeel Khan" userId="70fa012674101127" providerId="LiveId" clId="{4DC217D6-08E4-4978-A1DC-F200348E32A0}" dt="2026-10-21T16:12:14.585" v="399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36.136" v="589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39.658" v="592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46.714" v="597" actId="404"/>
          <ac:spMkLst>
            <pc:docMk/>
            <pc:sldMk cId="0" sldId="260"/>
            <ac:spMk id="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50.075" v="600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55.040" v="605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58.855" v="609" actId="404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9:06.890" v="617" actId="40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24.660" v="519" actId="40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21.761" v="517" actId="403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28.683" v="521" actId="403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9:26.252" v="353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31.783" v="523" actId="403"/>
          <ac:spMkLst>
            <pc:docMk/>
            <pc:sldMk cId="0" sldId="260"/>
            <ac:spMk id="2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05.523" v="509" actId="40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08.602" v="511" actId="403"/>
          <ac:spMkLst>
            <pc:docMk/>
            <pc:sldMk cId="0" sldId="260"/>
            <ac:spMk id="3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12.877" v="515" actId="404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51.398" v="499" actId="404"/>
          <ac:spMkLst>
            <pc:docMk/>
            <pc:sldMk cId="0" sldId="260"/>
            <ac:spMk id="4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55.132" v="502" actId="403"/>
          <ac:spMkLst>
            <pc:docMk/>
            <pc:sldMk cId="0" sldId="260"/>
            <ac:spMk id="4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59.462" v="505" actId="403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45.383" v="495" actId="403"/>
          <ac:spMkLst>
            <pc:docMk/>
            <pc:sldMk cId="0" sldId="260"/>
            <ac:spMk id="4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42.259" v="492" actId="403"/>
          <ac:spMkLst>
            <pc:docMk/>
            <pc:sldMk cId="0" sldId="260"/>
            <ac:spMk id="5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38.582" v="489" actId="403"/>
          <ac:spMkLst>
            <pc:docMk/>
            <pc:sldMk cId="0" sldId="260"/>
            <ac:spMk id="5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28.353" v="483" actId="403"/>
          <ac:spMkLst>
            <pc:docMk/>
            <pc:sldMk cId="0" sldId="260"/>
            <ac:spMk id="5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32.119" v="486" actId="403"/>
          <ac:spMkLst>
            <pc:docMk/>
            <pc:sldMk cId="0" sldId="260"/>
            <ac:spMk id="5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19.823" v="480" actId="403"/>
          <ac:spMkLst>
            <pc:docMk/>
            <pc:sldMk cId="0" sldId="260"/>
            <ac:spMk id="6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13.169" v="478" actId="403"/>
          <ac:spMkLst>
            <pc:docMk/>
            <pc:sldMk cId="0" sldId="260"/>
            <ac:spMk id="6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09:51.499" v="355" actId="1076"/>
          <ac:spMkLst>
            <pc:docMk/>
            <pc:sldMk cId="0" sldId="260"/>
            <ac:spMk id="67" creationId="{00000000-0000-0000-0000-000000000000}"/>
          </ac:spMkLst>
        </pc:spChg>
        <pc:spChg chg="mod ord">
          <ac:chgData name="Adeel Khan" userId="70fa012674101127" providerId="LiveId" clId="{4DC217D6-08E4-4978-A1DC-F200348E32A0}" dt="2026-10-21T16:14:46.127" v="461" actId="404"/>
          <ac:spMkLst>
            <pc:docMk/>
            <pc:sldMk cId="0" sldId="260"/>
            <ac:spMk id="70" creationId="{00000000-0000-0000-0000-000000000000}"/>
          </ac:spMkLst>
        </pc:spChg>
        <pc:spChg chg="mod ord">
          <ac:chgData name="Adeel Khan" userId="70fa012674101127" providerId="LiveId" clId="{4DC217D6-08E4-4978-A1DC-F200348E32A0}" dt="2026-10-21T16:13:49.549" v="423" actId="1076"/>
          <ac:spMkLst>
            <pc:docMk/>
            <pc:sldMk cId="0" sldId="260"/>
            <ac:spMk id="71" creationId="{00000000-0000-0000-0000-000000000000}"/>
          </ac:spMkLst>
        </pc:spChg>
        <pc:spChg chg="mod ord">
          <ac:chgData name="Adeel Khan" userId="70fa012674101127" providerId="LiveId" clId="{4DC217D6-08E4-4978-A1DC-F200348E32A0}" dt="2026-10-21T16:13:56.934" v="425" actId="1076"/>
          <ac:spMkLst>
            <pc:docMk/>
            <pc:sldMk cId="0" sldId="260"/>
            <ac:spMk id="7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4:49.322" v="463" actId="403"/>
          <ac:spMkLst>
            <pc:docMk/>
            <pc:sldMk cId="0" sldId="260"/>
            <ac:spMk id="7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4:58.407" v="470" actId="404"/>
          <ac:spMkLst>
            <pc:docMk/>
            <pc:sldMk cId="0" sldId="260"/>
            <ac:spMk id="7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5:02.533" v="476" actId="403"/>
          <ac:spMkLst>
            <pc:docMk/>
            <pc:sldMk cId="0" sldId="260"/>
            <ac:spMk id="79" creationId="{00000000-0000-0000-0000-000000000000}"/>
          </ac:spMkLst>
        </pc:spChg>
        <pc:spChg chg="add del mod ord">
          <ac:chgData name="Adeel Khan" userId="70fa012674101127" providerId="LiveId" clId="{4DC217D6-08E4-4978-A1DC-F200348E32A0}" dt="2026-10-21T16:14:29.636" v="454" actId="21"/>
          <ac:spMkLst>
            <pc:docMk/>
            <pc:sldMk cId="0" sldId="260"/>
            <ac:spMk id="83" creationId="{7A6939C7-8687-1BBE-1C3E-E0630CE0C5EB}"/>
          </ac:spMkLst>
        </pc:spChg>
      </pc:sldChg>
      <pc:sldChg chg="delSp modSp mod">
        <pc:chgData name="Adeel Khan" userId="70fa012674101127" providerId="LiveId" clId="{4DC217D6-08E4-4978-A1DC-F200348E32A0}" dt="2026-10-21T16:21:25.862" v="695" actId="403"/>
        <pc:sldMkLst>
          <pc:docMk/>
          <pc:sldMk cId="0" sldId="261"/>
        </pc:sldMkLst>
        <pc:spChg chg="del mod">
          <ac:chgData name="Adeel Khan" userId="70fa012674101127" providerId="LiveId" clId="{4DC217D6-08E4-4978-A1DC-F200348E32A0}" dt="2026-10-21T16:12:05.833" v="398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05.755" v="691" actId="404"/>
          <ac:spMkLst>
            <pc:docMk/>
            <pc:sldMk cId="0" sldId="261"/>
            <ac:spMk id="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12.068" v="692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15.418" v="693" actId="403"/>
          <ac:spMkLst>
            <pc:docMk/>
            <pc:sldMk cId="0" sldId="261"/>
            <ac:spMk id="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25.018" v="582" actId="40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16.402" v="575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25.862" v="695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01.102" v="690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55.444" v="533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44.735" v="528" actId="40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40.184" v="526" actId="403"/>
          <ac:spMkLst>
            <pc:docMk/>
            <pc:sldMk cId="0" sldId="261"/>
            <ac:spMk id="3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6:58.871" v="536" actId="403"/>
          <ac:spMkLst>
            <pc:docMk/>
            <pc:sldMk cId="0" sldId="261"/>
            <ac:spMk id="3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04.324" v="539" actId="403"/>
          <ac:spMkLst>
            <pc:docMk/>
            <pc:sldMk cId="0" sldId="261"/>
            <ac:spMk id="3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08.911" v="541" actId="403"/>
          <ac:spMkLst>
            <pc:docMk/>
            <pc:sldMk cId="0" sldId="261"/>
            <ac:spMk id="4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12.551" v="544" actId="403"/>
          <ac:spMkLst>
            <pc:docMk/>
            <pc:sldMk cId="0" sldId="261"/>
            <ac:spMk id="4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00.755" v="380" actId="107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29.853" v="556" actId="403"/>
          <ac:spMkLst>
            <pc:docMk/>
            <pc:sldMk cId="0" sldId="261"/>
            <ac:spMk id="4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24.931" v="553" actId="403"/>
          <ac:spMkLst>
            <pc:docMk/>
            <pc:sldMk cId="0" sldId="261"/>
            <ac:spMk id="5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17.432" v="547" actId="403"/>
          <ac:spMkLst>
            <pc:docMk/>
            <pc:sldMk cId="0" sldId="261"/>
            <ac:spMk id="5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20.746" v="550" actId="403"/>
          <ac:spMkLst>
            <pc:docMk/>
            <pc:sldMk cId="0" sldId="261"/>
            <ac:spMk id="5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08.367" v="381" actId="1076"/>
          <ac:spMkLst>
            <pc:docMk/>
            <pc:sldMk cId="0" sldId="261"/>
            <ac:spMk id="6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34.081" v="387" actId="1076"/>
          <ac:spMkLst>
            <pc:docMk/>
            <pc:sldMk cId="0" sldId="261"/>
            <ac:spMk id="6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8:04.362" v="568" actId="1076"/>
          <ac:spMkLst>
            <pc:docMk/>
            <pc:sldMk cId="0" sldId="261"/>
            <ac:spMk id="6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13.670" v="382" actId="1076"/>
          <ac:spMkLst>
            <pc:docMk/>
            <pc:sldMk cId="0" sldId="261"/>
            <ac:spMk id="6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29.344" v="386" actId="1076"/>
          <ac:spMkLst>
            <pc:docMk/>
            <pc:sldMk cId="0" sldId="261"/>
            <ac:spMk id="6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54.408" v="562" actId="403"/>
          <ac:spMkLst>
            <pc:docMk/>
            <pc:sldMk cId="0" sldId="261"/>
            <ac:spMk id="6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17.202" v="383" actId="1076"/>
          <ac:spMkLst>
            <pc:docMk/>
            <pc:sldMk cId="0" sldId="261"/>
            <ac:spMk id="6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25.240" v="385" actId="1076"/>
          <ac:spMkLst>
            <pc:docMk/>
            <pc:sldMk cId="0" sldId="261"/>
            <ac:spMk id="6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7:40.748" v="557" actId="1076"/>
          <ac:spMkLst>
            <pc:docMk/>
            <pc:sldMk cId="0" sldId="261"/>
            <ac:spMk id="6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21.256" v="384" actId="1076"/>
          <ac:spMkLst>
            <pc:docMk/>
            <pc:sldMk cId="0" sldId="261"/>
            <ac:spMk id="6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38.502" v="388" actId="1076"/>
          <ac:spMkLst>
            <pc:docMk/>
            <pc:sldMk cId="0" sldId="261"/>
            <ac:spMk id="7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11:46.472" v="393" actId="403"/>
          <ac:spMkLst>
            <pc:docMk/>
            <pc:sldMk cId="0" sldId="261"/>
            <ac:spMk id="71" creationId="{00000000-0000-0000-0000-000000000000}"/>
          </ac:spMkLst>
        </pc:spChg>
        <pc:picChg chg="mod">
          <ac:chgData name="Adeel Khan" userId="70fa012674101127" providerId="LiveId" clId="{4DC217D6-08E4-4978-A1DC-F200348E32A0}" dt="2026-10-21T16:18:01.405" v="567" actId="1076"/>
          <ac:picMkLst>
            <pc:docMk/>
            <pc:sldMk cId="0" sldId="261"/>
            <ac:picMk id="2" creationId="{00000000-0000-0000-0000-000000000000}"/>
          </ac:picMkLst>
        </pc:picChg>
      </pc:sldChg>
      <pc:sldChg chg="delSp modSp mod">
        <pc:chgData name="Adeel Khan" userId="70fa012674101127" providerId="LiveId" clId="{4DC217D6-08E4-4978-A1DC-F200348E32A0}" dt="2026-10-21T16:27:22.685" v="879" actId="403"/>
        <pc:sldMkLst>
          <pc:docMk/>
          <pc:sldMk cId="0" sldId="262"/>
        </pc:sldMkLst>
        <pc:spChg chg="del mod">
          <ac:chgData name="Adeel Khan" userId="70fa012674101127" providerId="LiveId" clId="{4DC217D6-08E4-4978-A1DC-F200348E32A0}" dt="2026-10-21T16:23:02.823" v="73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41.101" v="708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45.456" v="711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48.642" v="714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52.023" v="717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57.155" v="720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2:02.851" v="725" actId="40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1:37.696" v="705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3:45.453" v="757" actId="403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3:41.309" v="754" actId="403"/>
          <ac:spMkLst>
            <pc:docMk/>
            <pc:sldMk cId="0" sldId="262"/>
            <ac:spMk id="2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3:36.451" v="751" actId="403"/>
          <ac:spMkLst>
            <pc:docMk/>
            <pc:sldMk cId="0" sldId="262"/>
            <ac:spMk id="3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3:32.162" v="748" actId="403"/>
          <ac:spMkLst>
            <pc:docMk/>
            <pc:sldMk cId="0" sldId="262"/>
            <ac:spMk id="3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3:28.480" v="745" actId="403"/>
          <ac:spMkLst>
            <pc:docMk/>
            <pc:sldMk cId="0" sldId="262"/>
            <ac:spMk id="44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6:35.418" v="868" actId="20577"/>
          <ac:spMkLst>
            <pc:docMk/>
            <pc:sldMk cId="0" sldId="262"/>
            <ac:spMk id="4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22.685" v="879" actId="403"/>
          <ac:spMkLst>
            <pc:docMk/>
            <pc:sldMk cId="0" sldId="262"/>
            <ac:spMk id="4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28.903" v="781" actId="207"/>
          <ac:spMkLst>
            <pc:docMk/>
            <pc:sldMk cId="0" sldId="262"/>
            <ac:spMk id="5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2:40.869" v="735" actId="14100"/>
          <ac:spMkLst>
            <pc:docMk/>
            <pc:sldMk cId="0" sldId="262"/>
            <ac:spMk id="51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12.372" v="771" actId="403"/>
          <ac:spMkLst>
            <pc:docMk/>
            <pc:sldMk cId="0" sldId="262"/>
            <ac:spMk id="5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3:58.505" v="763" actId="207"/>
          <ac:spMkLst>
            <pc:docMk/>
            <pc:sldMk cId="0" sldId="262"/>
            <ac:spMk id="53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09.222" v="769" actId="403"/>
          <ac:spMkLst>
            <pc:docMk/>
            <pc:sldMk cId="0" sldId="262"/>
            <ac:spMk id="5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05.165" v="767" actId="403"/>
          <ac:spMkLst>
            <pc:docMk/>
            <pc:sldMk cId="0" sldId="262"/>
            <ac:spMk id="56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17.402" v="775" actId="404"/>
          <ac:spMkLst>
            <pc:docMk/>
            <pc:sldMk cId="0" sldId="262"/>
            <ac:spMk id="58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4:24.828" v="780" actId="207"/>
          <ac:spMkLst>
            <pc:docMk/>
            <pc:sldMk cId="0" sldId="262"/>
            <ac:spMk id="5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16.815" v="878" actId="403"/>
          <ac:spMkLst>
            <pc:docMk/>
            <pc:sldMk cId="0" sldId="262"/>
            <ac:spMk id="62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04.942" v="874" actId="403"/>
          <ac:spMkLst>
            <pc:docMk/>
            <pc:sldMk cId="0" sldId="262"/>
            <ac:spMk id="65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7:12.939" v="876" actId="403"/>
          <ac:spMkLst>
            <pc:docMk/>
            <pc:sldMk cId="0" sldId="262"/>
            <ac:spMk id="68" creationId="{00000000-0000-0000-0000-000000000000}"/>
          </ac:spMkLst>
        </pc:spChg>
        <pc:spChg chg="del">
          <ac:chgData name="Adeel Khan" userId="70fa012674101127" providerId="LiveId" clId="{4DC217D6-08E4-4978-A1DC-F200348E32A0}" dt="2026-10-21T16:23:10.720" v="740" actId="478"/>
          <ac:spMkLst>
            <pc:docMk/>
            <pc:sldMk cId="0" sldId="262"/>
            <ac:spMk id="69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6:53.601" v="872" actId="403"/>
          <ac:spMkLst>
            <pc:docMk/>
            <pc:sldMk cId="0" sldId="262"/>
            <ac:spMk id="70" creationId="{00000000-0000-0000-0000-000000000000}"/>
          </ac:spMkLst>
        </pc:spChg>
        <pc:spChg chg="mod">
          <ac:chgData name="Adeel Khan" userId="70fa012674101127" providerId="LiveId" clId="{4DC217D6-08E4-4978-A1DC-F200348E32A0}" dt="2026-10-21T16:26:45.862" v="870" actId="403"/>
          <ac:spMkLst>
            <pc:docMk/>
            <pc:sldMk cId="0" sldId="262"/>
            <ac:spMk id="7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418" y="3085765"/>
            <a:ext cx="11259933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040" y="1020431"/>
            <a:ext cx="10990686" cy="1475013"/>
          </a:xfrm>
          <a:effectLst/>
        </p:spPr>
        <p:txBody>
          <a:bodyPr anchor="b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043" y="2495446"/>
            <a:ext cx="10990683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3970" y="5956138"/>
            <a:ext cx="28440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040" y="5951812"/>
            <a:ext cx="691540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5551" y="5956138"/>
            <a:ext cx="101617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4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171" y="614407"/>
            <a:ext cx="11306393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41" y="2180497"/>
            <a:ext cx="11026743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5550" y="5956138"/>
            <a:ext cx="105223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5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700" y="5141975"/>
            <a:ext cx="1128792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2" y="3043911"/>
            <a:ext cx="11026743" cy="1497507"/>
          </a:xfrm>
        </p:spPr>
        <p:txBody>
          <a:bodyPr anchor="b">
            <a:normAutofit/>
          </a:bodyPr>
          <a:lstStyle>
            <a:lvl1pPr algn="l">
              <a:defRPr sz="3599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41" y="4541417"/>
            <a:ext cx="11026743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799" cap="all">
                <a:solidFill>
                  <a:schemeClr val="accent2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4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866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042" y="2228004"/>
            <a:ext cx="5420978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6805" y="2228004"/>
            <a:ext cx="542098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4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866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6989" y="2250893"/>
            <a:ext cx="5085750" cy="536005"/>
          </a:xfrm>
        </p:spPr>
        <p:txBody>
          <a:bodyPr anchor="b">
            <a:noAutofit/>
          </a:bodyPr>
          <a:lstStyle>
            <a:lvl1pPr marL="0" indent="0">
              <a:buNone/>
              <a:defRPr sz="2199" b="0">
                <a:solidFill>
                  <a:schemeClr val="accent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042" y="2926053"/>
            <a:ext cx="539169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2037" y="2250893"/>
            <a:ext cx="5085748" cy="553373"/>
          </a:xfrm>
        </p:spPr>
        <p:txBody>
          <a:bodyPr anchor="b">
            <a:noAutofit/>
          </a:bodyPr>
          <a:lstStyle>
            <a:lvl1pPr marL="0" indent="0">
              <a:buNone/>
              <a:defRPr sz="2199" b="0">
                <a:solidFill>
                  <a:schemeClr val="accent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090" y="2926053"/>
            <a:ext cx="539169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1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568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744" y="729658"/>
            <a:ext cx="11026744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3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3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700" y="5141973"/>
            <a:ext cx="11295258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5262296"/>
            <a:ext cx="4908166" cy="689514"/>
          </a:xfrm>
        </p:spPr>
        <p:txBody>
          <a:bodyPr anchor="ctr"/>
          <a:lstStyle>
            <a:lvl1pPr algn="l">
              <a:defRPr sz="1999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99" y="601200"/>
            <a:ext cx="11289899" cy="4204800"/>
          </a:xfrm>
        </p:spPr>
        <p:txBody>
          <a:bodyPr anchor="ctr">
            <a:normAutofit/>
          </a:bodyPr>
          <a:lstStyle>
            <a:lvl1pPr>
              <a:defRPr sz="1999">
                <a:solidFill>
                  <a:schemeClr val="tx2"/>
                </a:solidFill>
              </a:defRPr>
            </a:lvl1pPr>
            <a:lvl2pPr>
              <a:defRPr sz="1799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9329" y="5262297"/>
            <a:ext cx="586845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063" indent="0">
              <a:buNone/>
              <a:defRPr sz="11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5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4693389"/>
            <a:ext cx="11026744" cy="566738"/>
          </a:xfrm>
        </p:spPr>
        <p:txBody>
          <a:bodyPr anchor="b">
            <a:normAutofit/>
          </a:bodyPr>
          <a:lstStyle>
            <a:lvl1pPr algn="l">
              <a:defRPr sz="2399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701" y="599725"/>
            <a:ext cx="1128791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041" y="5260128"/>
            <a:ext cx="11026745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171" y="614407"/>
            <a:ext cx="11306393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5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6900" y="599725"/>
            <a:ext cx="2906060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9" y="675727"/>
            <a:ext cx="2003642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722" y="675727"/>
            <a:ext cx="7894223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1331" y="5956138"/>
            <a:ext cx="13277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722" y="5951812"/>
            <a:ext cx="78942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3895" y="5956138"/>
            <a:ext cx="116389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1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041" y="705124"/>
            <a:ext cx="11026744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41" y="2336003"/>
            <a:ext cx="11026744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3971" y="5956138"/>
            <a:ext cx="28440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040" y="5951812"/>
            <a:ext cx="69154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5550" y="5956138"/>
            <a:ext cx="1052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418" y="457200"/>
            <a:ext cx="3702356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0052" y="453643"/>
            <a:ext cx="3702356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0725" y="457200"/>
            <a:ext cx="3702356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99276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defTabSz="457063" rtl="0" eaLnBrk="1" latinLnBrk="0" hangingPunct="1">
        <a:spcBef>
          <a:spcPct val="0"/>
        </a:spcBef>
        <a:buNone/>
        <a:defRPr sz="2799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08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799" kern="1200">
          <a:solidFill>
            <a:schemeClr val="tx2"/>
          </a:solidFill>
          <a:latin typeface="+mn-lt"/>
          <a:ea typeface="+mn-ea"/>
          <a:cs typeface="+mn-cs"/>
        </a:defRPr>
      </a:lvl1pPr>
      <a:lvl2pPr marL="629811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30" indent="-269919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627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519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43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34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25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16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3683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⚡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CatalystCrew</a:t>
            </a:r>
            <a:endParaRPr sz="105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🌀 </a:t>
            </a:r>
            <a:r>
              <a:rPr sz="1050" b="1" i="0" dirty="0" err="1">
                <a:solidFill>
                  <a:srgbClr val="FFC107"/>
                </a:solidFill>
                <a:latin typeface="Calibri"/>
              </a:rPr>
              <a:t>Astrwa</a:t>
            </a:r>
            <a:endParaRPr sz="1050" b="1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TRACK 02 —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ClimateTech</a:t>
            </a:r>
            <a:r>
              <a:rPr sz="1050" b="1" i="0" dirty="0">
                <a:solidFill>
                  <a:srgbClr val="00D4FF"/>
                </a:solidFill>
                <a:latin typeface="Calibri"/>
              </a:rPr>
              <a:t> &amp;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01 / 07  —  Team Introduction &amp; Project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8686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💧 FloodSafe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17830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FF"/>
                </a:solidFill>
                <a:latin typeface="Calibri"/>
              </a:rPr>
              <a:t>AI-Powered Flood Advisory &amp; Emergency Response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31720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" y="2469963"/>
            <a:ext cx="6309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alibri"/>
              </a:rPr>
              <a:t>Real-time flood risk prediction combining India Meteorological Department (IMD) ground truth,
Open-</a:t>
            </a:r>
            <a:r>
              <a:rPr sz="1200" b="0" i="0" dirty="0" err="1">
                <a:solidFill>
                  <a:schemeClr val="bg1"/>
                </a:solidFill>
                <a:latin typeface="Calibri"/>
              </a:rPr>
              <a:t>Meteo</a:t>
            </a:r>
            <a:r>
              <a:rPr sz="1200" b="0" i="0" dirty="0">
                <a:solidFill>
                  <a:schemeClr val="bg1"/>
                </a:solidFill>
                <a:latin typeface="Calibri"/>
              </a:rPr>
              <a:t> global forecasts &amp; live OpenStreetMap shelter data — for 300M+ Indians in flood-prone regions.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18688"/>
            <a:ext cx="2743200" cy="274320"/>
          </a:xfrm>
          <a:prstGeom prst="rect">
            <a:avLst/>
          </a:prstGeom>
          <a:solidFill>
            <a:srgbClr val="005070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192" y="3255264"/>
            <a:ext cx="25968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🌧️  Real-time Flood Prediction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218688"/>
            <a:ext cx="2743200" cy="274320"/>
          </a:xfrm>
          <a:prstGeom prst="rect">
            <a:avLst/>
          </a:prstGeom>
          <a:solidFill>
            <a:srgbClr val="10401A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73552" y="3255264"/>
            <a:ext cx="25968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4ADE80"/>
                </a:solidFill>
                <a:latin typeface="Calibri"/>
              </a:rPr>
              <a:t>🗺️  OSM Live Shelter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66160"/>
            <a:ext cx="2743200" cy="274320"/>
          </a:xfrm>
          <a:prstGeom prst="rect">
            <a:avLst/>
          </a:prstGeom>
          <a:solidFill>
            <a:srgbClr val="503800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3602736"/>
            <a:ext cx="25968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📱  Web + Android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solidFill>
            <a:srgbClr val="301860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73552" y="3602736"/>
            <a:ext cx="25968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A78BFA"/>
                </a:solidFill>
                <a:latin typeface="Calibri"/>
              </a:rPr>
              <a:t>🤖  Hybrid AI Risk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58368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A9BBF"/>
                </a:solidFill>
                <a:latin typeface="Calibri"/>
              </a:rPr>
              <a:t>CatalystCrew × Astrwa Hackathon  |  PSIT Kanpur × AWS  |  Track 02: ClimateTech &amp; Sustainability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ED5735A-6974-3F51-7BE2-C2793DF4AA2C}"/>
              </a:ext>
            </a:extLst>
          </p:cNvPr>
          <p:cNvSpPr/>
          <p:nvPr/>
        </p:nvSpPr>
        <p:spPr>
          <a:xfrm>
            <a:off x="393192" y="4043981"/>
            <a:ext cx="3801250" cy="21404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/>
          <p:cNvSpPr txBox="1"/>
          <p:nvPr/>
        </p:nvSpPr>
        <p:spPr>
          <a:xfrm>
            <a:off x="604142" y="4282082"/>
            <a:ext cx="328205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chemeClr val="accent1">
                    <a:lumMod val="10000"/>
                    <a:lumOff val="90000"/>
                  </a:schemeClr>
                </a:solidFill>
                <a:latin typeface="Calibri"/>
              </a:rPr>
              <a:t>Team Members </a:t>
            </a:r>
          </a:p>
          <a:p>
            <a:r>
              <a:rPr lang="en-US" sz="1600" b="1" dirty="0">
                <a:solidFill>
                  <a:schemeClr val="accent1">
                    <a:lumMod val="10000"/>
                    <a:lumOff val="90000"/>
                  </a:schemeClr>
                </a:solidFill>
                <a:latin typeface="Calibri"/>
              </a:rPr>
              <a:t>Laher Kashyap – Frontend/Testing</a:t>
            </a:r>
            <a:endParaRPr lang="en-US" sz="1600" b="1" i="0" u="sng" dirty="0">
              <a:solidFill>
                <a:schemeClr val="accent1">
                  <a:lumMod val="10000"/>
                  <a:lumOff val="90000"/>
                </a:schemeClr>
              </a:solidFill>
              <a:latin typeface="Calibri"/>
            </a:endParaRPr>
          </a:p>
          <a:p>
            <a:r>
              <a:rPr lang="en-US" sz="1600" b="1" dirty="0">
                <a:solidFill>
                  <a:schemeClr val="accent1">
                    <a:lumMod val="10000"/>
                    <a:lumOff val="90000"/>
                  </a:schemeClr>
                </a:solidFill>
                <a:latin typeface="Calibri"/>
              </a:rPr>
              <a:t>Md. Arif Ansari – UI/UX</a:t>
            </a:r>
          </a:p>
          <a:p>
            <a:r>
              <a:rPr lang="en-US" sz="1600" b="1" dirty="0">
                <a:solidFill>
                  <a:schemeClr val="accent1">
                    <a:lumMod val="10000"/>
                    <a:lumOff val="90000"/>
                  </a:schemeClr>
                </a:solidFill>
                <a:latin typeface="Calibri"/>
              </a:rPr>
              <a:t>Ashar Abbas – Backend/APIs</a:t>
            </a:r>
          </a:p>
          <a:p>
            <a:r>
              <a:rPr lang="en-US" sz="1600" b="1" dirty="0">
                <a:solidFill>
                  <a:schemeClr val="accent1">
                    <a:lumMod val="10000"/>
                    <a:lumOff val="90000"/>
                  </a:schemeClr>
                </a:solidFill>
                <a:latin typeface="Calibri"/>
              </a:rPr>
              <a:t>Muskan Srivastav – Frontend</a:t>
            </a:r>
          </a:p>
          <a:p>
            <a:r>
              <a:rPr lang="en-IN" sz="1600" b="1" dirty="0">
                <a:solidFill>
                  <a:schemeClr val="accent1">
                    <a:lumMod val="10000"/>
                    <a:lumOff val="90000"/>
                  </a:schemeClr>
                </a:solidFill>
                <a:latin typeface="Calibri"/>
              </a:rPr>
              <a:t>Adeel Khan – Backend</a:t>
            </a:r>
          </a:p>
          <a:p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71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D4FF"/>
                </a:solidFill>
                <a:latin typeface="Calibri"/>
              </a:rPr>
              <a:t>⚡ </a:t>
            </a:r>
            <a:r>
              <a:rPr sz="1000" b="1" i="0" dirty="0" err="1">
                <a:solidFill>
                  <a:srgbClr val="00D4FF"/>
                </a:solidFill>
                <a:latin typeface="Calibri"/>
              </a:rPr>
              <a:t>CatalystCrew</a:t>
            </a:r>
            <a:endParaRPr sz="100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🌀 </a:t>
            </a:r>
            <a:r>
              <a:rPr sz="1050" b="1" i="0" dirty="0" err="1">
                <a:solidFill>
                  <a:srgbClr val="FFC107"/>
                </a:solidFill>
                <a:latin typeface="Calibri"/>
              </a:rPr>
              <a:t>Astrwa</a:t>
            </a:r>
            <a:endParaRPr sz="1050" b="1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TRACK 02 —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ClimateTech</a:t>
            </a:r>
            <a:r>
              <a:rPr sz="1050" b="1" i="0" dirty="0">
                <a:solidFill>
                  <a:srgbClr val="00D4FF"/>
                </a:solidFill>
                <a:latin typeface="Calibri"/>
              </a:rPr>
              <a:t> &amp;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02 / 07  —  Problem Statement &amp; Target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⚠️ The Flood Crisis in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53312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🔴  Core Problems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55648"/>
            <a:ext cx="5577840" cy="658368"/>
          </a:xfrm>
          <a:prstGeom prst="rect">
            <a:avLst/>
          </a:prstGeom>
          <a:solidFill>
            <a:srgbClr val="1A0707"/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186537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1828800"/>
            <a:ext cx="5102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No Unified Early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029968"/>
            <a:ext cx="5102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Flood alerts scattered across IMD, NDMA, state portals — citizens get conflicting or delayed info.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05456"/>
            <a:ext cx="5577840" cy="658368"/>
          </a:xfrm>
          <a:prstGeom prst="rect">
            <a:avLst/>
          </a:prstGeom>
          <a:solidFill>
            <a:srgbClr val="1A0707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61518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2578608"/>
            <a:ext cx="5102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Shelter Blind Spots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2779776"/>
            <a:ext cx="5102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No live system shows nearby open shelters, real capacity, or safe evacuation routes during a flood.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55264"/>
            <a:ext cx="5577840" cy="658368"/>
          </a:xfrm>
          <a:prstGeom prst="rect">
            <a:avLst/>
          </a:prstGeom>
          <a:solidFill>
            <a:srgbClr val="1A0707"/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336499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3328416"/>
            <a:ext cx="5102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Imprecise Location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3529584"/>
            <a:ext cx="51023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ISP-level coarse GPS can route evacuees through flooded underpasses — 500m error can be fatal.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005072"/>
            <a:ext cx="5577840" cy="658368"/>
          </a:xfrm>
          <a:prstGeom prst="rect">
            <a:avLst/>
          </a:prstGeom>
          <a:solidFill>
            <a:srgbClr val="1A0707"/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41148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4078224"/>
            <a:ext cx="510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No Mobile-First 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279392"/>
            <a:ext cx="5102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India's flood-prone communities rely on phones; no cross-platform app existed for real-time advisory.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263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👥  Target Users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755648"/>
            <a:ext cx="5394960" cy="777240"/>
          </a:xfrm>
          <a:prstGeom prst="rect">
            <a:avLst/>
          </a:prstGeom>
          <a:solidFill>
            <a:srgbClr val="041028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3368" y="1920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🏘️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18470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Urban &amp; Rural Citizens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103120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A9BBF"/>
                </a:solidFill>
                <a:latin typeface="Calibri"/>
              </a:rPr>
              <a:t>300M+ in flood-plains: Bihar, Assam, UP, Kerala, Odisha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642616"/>
            <a:ext cx="5394960" cy="777240"/>
          </a:xfrm>
          <a:prstGeom prst="rect">
            <a:avLst/>
          </a:prstGeom>
          <a:solidFill>
            <a:srgbClr val="041028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28072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7340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107"/>
                </a:solidFill>
                <a:latin typeface="Calibri"/>
              </a:rPr>
              <a:t>Emergency Responders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990088"/>
            <a:ext cx="3931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NDRF, SDRF, civil defense — need live shelter &amp; capacity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529584"/>
            <a:ext cx="5394960" cy="777240"/>
          </a:xfrm>
          <a:prstGeom prst="rect">
            <a:avLst/>
          </a:prstGeom>
          <a:solidFill>
            <a:srgbClr val="041028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73368" y="369417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62102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Government &amp; NGOs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877056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A9BBF"/>
                </a:solidFill>
                <a:latin typeface="Calibri"/>
              </a:rPr>
              <a:t>District collectors, DM offices, Red Cross for relief coordination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881044"/>
            <a:ext cx="5577840" cy="621792"/>
          </a:xfrm>
          <a:prstGeom prst="rect">
            <a:avLst/>
          </a:prstGeom>
          <a:solidFill>
            <a:srgbClr val="200505"/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494817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Calibri"/>
              </a:rPr>
              <a:t>🇮🇳  India loses ₹75,000+ Cr annually to floods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5213006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87171"/>
                </a:solidFill>
                <a:latin typeface="Calibri"/>
              </a:rPr>
              <a:t>5,000+ lives lost every year — preventable with early warning + smart routing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71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0D4FF"/>
                </a:solidFill>
                <a:latin typeface="Calibri"/>
              </a:rPr>
              <a:t>⚡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CatalystCrew</a:t>
            </a:r>
            <a:endParaRPr sz="80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🌀 </a:t>
            </a:r>
            <a:r>
              <a:rPr sz="1050" b="1" i="0" dirty="0" err="1">
                <a:solidFill>
                  <a:srgbClr val="FFC107"/>
                </a:solidFill>
                <a:latin typeface="Calibri"/>
              </a:rPr>
              <a:t>Astrwa</a:t>
            </a:r>
            <a:endParaRPr sz="1050" b="1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TRACK 02 —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ClimateTech</a:t>
            </a:r>
            <a:r>
              <a:rPr sz="1050" b="1" i="0" dirty="0">
                <a:solidFill>
                  <a:srgbClr val="00D4FF"/>
                </a:solidFill>
                <a:latin typeface="Calibri"/>
              </a:rPr>
              <a:t> &amp;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03 / 07  —  Proposed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🌊 FloodSafe — How It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53312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⚙️  Solution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55648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1892808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18836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1828800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Detect Location: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029968"/>
            <a:ext cx="50657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3-tier GPS: satellite lock (≤20m) → Wi-Fi triangulation → IP fallback + doorstep calibration mode.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05456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2642616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6334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2578608"/>
            <a:ext cx="5065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Fetch Live Data: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2779776"/>
            <a:ext cx="50657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Parallel API calls to IMD ground stations + Open-</a:t>
            </a:r>
            <a:r>
              <a:rPr sz="1100" b="0" i="0" dirty="0" err="1">
                <a:solidFill>
                  <a:srgbClr val="CCD6E8"/>
                </a:solidFill>
                <a:latin typeface="Calibri"/>
              </a:rPr>
              <a:t>Meteo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global forecast — response in &lt;1 second.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55264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3392424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3832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3328416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Predict Risk: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529584"/>
            <a:ext cx="50657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Hybrid engine blends past-24h rainfall, soil saturation, IMD warning </a:t>
            </a:r>
            <a:r>
              <a:rPr sz="1100" b="0" i="0" dirty="0" err="1">
                <a:solidFill>
                  <a:srgbClr val="CCD6E8"/>
                </a:solidFill>
                <a:latin typeface="Calibri"/>
              </a:rPr>
              <a:t>colours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&amp; forecast into 0-100 risk score.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05072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4142232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41330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078224"/>
            <a:ext cx="5065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Show Shelters: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279392"/>
            <a:ext cx="50657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OSM Overpass API fetches verified nearby shelters with live capacity, distance &amp; Google Maps navigation.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54880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" y="4892040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48828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4828032"/>
            <a:ext cx="5065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Deliver Advisory: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" y="5029200"/>
            <a:ext cx="50657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  <a:latin typeface="Calibri"/>
              </a:rPr>
              <a:t>Color-coded alerts (Safe / Watch / Warning / Danger) with one-tap emergency dialing: 112, 108, 1077.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263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📱  Platform Overview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1755648"/>
            <a:ext cx="5394960" cy="1280160"/>
          </a:xfrm>
          <a:prstGeom prst="rect">
            <a:avLst/>
          </a:prstGeom>
          <a:solidFill>
            <a:srgbClr val="061838"/>
          </a:solidFill>
          <a:ln w="6350">
            <a:solidFill>
              <a:srgbClr val="00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73368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2103120"/>
            <a:ext cx="5175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Web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2340864"/>
            <a:ext cx="51755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Full-featured desktop command center: live map with flood heatmap, 7-day weather forecast, shelter directory, evacuation route planner &amp; emergency contacts. Built with React 18 + TypeScript.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108960"/>
            <a:ext cx="5394960" cy="1280160"/>
          </a:xfrm>
          <a:prstGeom prst="rect">
            <a:avLst/>
          </a:prstGeom>
          <a:solidFill>
            <a:srgbClr val="1A1204"/>
          </a:solidFill>
          <a:ln w="6350">
            <a:solidFill>
              <a:srgbClr val="6A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73368" y="31821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3368" y="3456432"/>
            <a:ext cx="5175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107"/>
                </a:solidFill>
                <a:latin typeface="Calibri"/>
              </a:rPr>
              <a:t>Android Mobile App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3368" y="3694176"/>
            <a:ext cx="51755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Optimized mobile-first interface with quick status metrics, alert cards, interactive map preview &amp; bottom navigation — works on 2G low-bandwidth networks in flood zones.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498848"/>
            <a:ext cx="5394960" cy="457200"/>
          </a:xfrm>
          <a:prstGeom prst="rect">
            <a:avLst/>
          </a:prstGeom>
          <a:solidFill>
            <a:srgbClr val="02182E"/>
          </a:solidFill>
          <a:ln w="6350">
            <a:solidFill>
              <a:srgbClr val="00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4544568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CCD6E8"/>
                </a:solidFill>
                <a:latin typeface="Calibri"/>
              </a:rPr>
              <a:t>⚡  15-minute intelligent cache — prevents API abuse while ensuring data freshness.
Built-in mock fallback keeps app functional completely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496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⚡ CatalystCrew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107"/>
                </a:solidFill>
                <a:latin typeface="Calibri"/>
              </a:rPr>
              <a:t>🌀 Astrwa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TRACK 02 — ClimateTech &amp;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04 / 07  —  Key Features &amp;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🚀 Key Features &amp; Innovation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53312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" y="1481328"/>
            <a:ext cx="3794760" cy="1417320"/>
          </a:xfrm>
          <a:prstGeom prst="rect">
            <a:avLst/>
          </a:prstGeom>
          <a:solidFill>
            <a:srgbClr val="061838"/>
          </a:solidFill>
          <a:ln w="6350">
            <a:solidFill>
              <a:srgbClr val="00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🛰️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1828800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3-Tier Precision GPS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066544"/>
            <a:ext cx="3575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A9BBF"/>
                </a:solidFill>
                <a:latin typeface="Calibri"/>
              </a:rPr>
              <a:t>Satellite lock (≤20m) → Wi-Fi → IP fallback. Doorstep calibration. Critical for flood routing accuracy.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4" y="1481328"/>
            <a:ext cx="3794760" cy="1417320"/>
          </a:xfrm>
          <a:prstGeom prst="rect">
            <a:avLst/>
          </a:prstGeom>
          <a:solidFill>
            <a:srgbClr val="061838"/>
          </a:solidFill>
          <a:ln w="6350">
            <a:solidFill>
              <a:srgbClr val="00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🌦️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1828800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Hybrid Weather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066544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IMD ground truth (1000+ stations) + Open-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Meteo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. Weighted risk score 0-100 from 5 meteorological factors.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1481328"/>
            <a:ext cx="3794760" cy="1417320"/>
          </a:xfrm>
          <a:prstGeom prst="rect">
            <a:avLst/>
          </a:prstGeom>
          <a:solidFill>
            <a:srgbClr val="061838"/>
          </a:solidFill>
          <a:ln w="6350">
            <a:solidFill>
              <a:srgbClr val="00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4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1828800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Live OSM Shelter Finder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2066544"/>
            <a:ext cx="3575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A9BBF"/>
                </a:solidFill>
                <a:latin typeface="Calibri"/>
              </a:rPr>
              <a:t>Overpass API: verified shelters with live capacity, beds, elevation, amenities &amp; in-charge contact.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2971800"/>
            <a:ext cx="3794760" cy="1417320"/>
          </a:xfrm>
          <a:prstGeom prst="rect">
            <a:avLst/>
          </a:prstGeom>
          <a:solidFill>
            <a:srgbClr val="1A1204"/>
          </a:solidFill>
          <a:ln w="6350">
            <a:solidFill>
              <a:srgbClr val="6A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044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319272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Sub-Second Advisory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557016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Parallel 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Promise.all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() IMD + Open-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Meteo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 calls. 15-min smart cache. Average response &lt;800ms globally.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9664" y="2971800"/>
            <a:ext cx="3794760" cy="1417320"/>
          </a:xfrm>
          <a:prstGeom prst="rect">
            <a:avLst/>
          </a:prstGeom>
          <a:solidFill>
            <a:srgbClr val="120828"/>
          </a:solidFill>
          <a:ln w="6350">
            <a:solidFill>
              <a:srgbClr val="50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79392" y="3044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3319272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One-Tap Emergency Dial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3557016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Direct 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tel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: links to NDRF (112), Ambulance (108), Flood Helpline (1077). No app switching needed.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2971800"/>
            <a:ext cx="3794760" cy="1417320"/>
          </a:xfrm>
          <a:prstGeom prst="rect">
            <a:avLst/>
          </a:prstGeom>
          <a:solidFill>
            <a:srgbClr val="061A0C"/>
          </a:solidFill>
          <a:ln w="6350">
            <a:solidFill>
              <a:srgbClr val="144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93024" y="3044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3319272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Offline Resilience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557016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Graceful degradation to local mock data when backend unreachable. Works in 2G rural flood zones.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4462272"/>
            <a:ext cx="3794760" cy="1417320"/>
          </a:xfrm>
          <a:prstGeom prst="rect">
            <a:avLst/>
          </a:prstGeom>
          <a:solidFill>
            <a:srgbClr val="1A0A04"/>
          </a:solidFill>
          <a:ln w="6350">
            <a:solidFill>
              <a:srgbClr val="6A28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45354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809744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Evacuation Route Planner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047488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Google Maps integration with high-ground routing. Warns about flooded road segments via terrain data.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9664" y="4462272"/>
            <a:ext cx="3794760" cy="1417320"/>
          </a:xfrm>
          <a:prstGeom prst="rect">
            <a:avLst/>
          </a:prstGeom>
          <a:solidFill>
            <a:srgbClr val="061838"/>
          </a:solidFill>
          <a:ln w="6350">
            <a:solidFill>
              <a:srgbClr val="00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79392" y="45354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392" y="4809744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Reverse Geocoding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5047488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OSM 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Nominatim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 → 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BigDataCloud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 fallback. Hyper-local neighborhood accuracy for colony-level flood zones.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3296" y="4462272"/>
            <a:ext cx="3794760" cy="1417320"/>
          </a:xfrm>
          <a:prstGeom prst="rect">
            <a:avLst/>
          </a:prstGeom>
          <a:solidFill>
            <a:srgbClr val="021228"/>
          </a:solidFill>
          <a:ln w="6350">
            <a:solidFill>
              <a:srgbClr val="0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93024" y="45354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4809744"/>
            <a:ext cx="35753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7-Day Forecast + Metrics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5047488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Precipitation probability, past-24h rainfall, soil saturation index &amp; IMD color-coded warning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⚡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CatalystCrew</a:t>
            </a:r>
            <a:endParaRPr sz="105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🌀 </a:t>
            </a:r>
            <a:r>
              <a:rPr sz="1050" b="1" i="0" dirty="0" err="1">
                <a:solidFill>
                  <a:srgbClr val="FFC107"/>
                </a:solidFill>
                <a:latin typeface="Calibri"/>
              </a:rPr>
              <a:t>Astrwa</a:t>
            </a:r>
            <a:endParaRPr sz="1050" b="1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D4FF"/>
                </a:solidFill>
                <a:latin typeface="Calibri"/>
              </a:rPr>
              <a:t>TRACK 02 — </a:t>
            </a:r>
            <a:r>
              <a:rPr sz="1000" b="1" i="0" dirty="0" err="1">
                <a:solidFill>
                  <a:srgbClr val="00D4FF"/>
                </a:solidFill>
                <a:latin typeface="Calibri"/>
              </a:rPr>
              <a:t>ClimateTech</a:t>
            </a:r>
            <a:r>
              <a:rPr sz="1000" b="1" i="0" dirty="0">
                <a:solidFill>
                  <a:srgbClr val="00D4FF"/>
                </a:solidFill>
                <a:latin typeface="Calibri"/>
              </a:rPr>
              <a:t> &amp;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05 / 07  —  Technology Stack &amp;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🔧 Tech Stack &amp;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53312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🏗️  System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55648"/>
            <a:ext cx="5577840" cy="347472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18288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1819656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1819656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00D4FF"/>
                </a:solidFill>
                <a:latin typeface="Calibri"/>
              </a:rPr>
              <a:t>React 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1819656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40" y="1819656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00D4FF"/>
                </a:solidFill>
                <a:latin typeface="Calibri"/>
              </a:rPr>
              <a:t>TypeScript TSX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819656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86200" y="1819656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00D4FF"/>
                </a:solidFill>
                <a:latin typeface="Calibri"/>
              </a:rPr>
              <a:t>Vite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1819656"/>
            <a:ext cx="80010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66360" y="1819656"/>
            <a:ext cx="8458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00D4FF"/>
                </a:solidFill>
                <a:latin typeface="Calibri"/>
              </a:rPr>
              <a:t>CSS3</a:t>
            </a:r>
            <a:endParaRPr sz="700" b="0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2176272"/>
            <a:ext cx="5577840" cy="347472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224942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2240280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25880" y="2240280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4ADE80"/>
                </a:solidFill>
                <a:latin typeface="Calibri"/>
              </a:rPr>
              <a:t>Node.js HTTP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240280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06040" y="2240280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4ADE80"/>
                </a:solidFill>
                <a:latin typeface="Calibri"/>
              </a:rPr>
              <a:t>ES Modules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240280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86200" y="2240280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4ADE80"/>
                </a:solidFill>
                <a:latin typeface="Calibri"/>
              </a:rPr>
              <a:t>In-Memory Cache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596896"/>
            <a:ext cx="5577840" cy="347472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267004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DATA APIs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2660904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25880" y="2660904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FFC107"/>
                </a:solidFill>
                <a:latin typeface="Calibri"/>
              </a:rPr>
              <a:t>IMD Stations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2660904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06040" y="2660904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C107"/>
                </a:solidFill>
                <a:latin typeface="Calibri"/>
              </a:rPr>
              <a:t>Open-</a:t>
            </a:r>
            <a:r>
              <a:rPr sz="1000" b="0" i="0" dirty="0" err="1">
                <a:solidFill>
                  <a:srgbClr val="FFC107"/>
                </a:solidFill>
                <a:latin typeface="Calibri"/>
              </a:rPr>
              <a:t>Meteo</a:t>
            </a:r>
            <a:endParaRPr sz="1000" b="0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840480" y="2660904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86200" y="2660904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C107"/>
                </a:solidFill>
                <a:latin typeface="Calibri"/>
              </a:rPr>
              <a:t>OSM Overpass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017520"/>
            <a:ext cx="5577840" cy="347472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309067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LOCATION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3081528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25880" y="308152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78BFA"/>
                </a:solidFill>
                <a:latin typeface="Calibri"/>
              </a:rPr>
              <a:t>Browser GPS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3081528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06040" y="308152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78BFA"/>
                </a:solidFill>
                <a:latin typeface="Calibri"/>
              </a:rPr>
              <a:t>OSM </a:t>
            </a:r>
            <a:r>
              <a:rPr sz="1000" b="0" i="0" dirty="0" err="1">
                <a:solidFill>
                  <a:srgbClr val="A78BFA"/>
                </a:solidFill>
                <a:latin typeface="Calibri"/>
              </a:rPr>
              <a:t>Nominatim</a:t>
            </a:r>
            <a:endParaRPr sz="1000" b="0" i="0" dirty="0">
              <a:solidFill>
                <a:srgbClr val="A78BF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840480" y="3081528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86200" y="3081528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A78BFA"/>
                </a:solidFill>
                <a:latin typeface="Calibri"/>
              </a:rPr>
              <a:t>ipwho.is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438144"/>
            <a:ext cx="5577840" cy="347472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351129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NAVIGATION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3502152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25880" y="3502152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6B35"/>
                </a:solidFill>
                <a:latin typeface="Calibri"/>
              </a:rPr>
              <a:t>Google Maps API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3502152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06040" y="3502152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FF6B35"/>
                </a:solidFill>
                <a:latin typeface="Calibri"/>
              </a:rPr>
              <a:t>BigDataCloud</a:t>
            </a:r>
            <a:endParaRPr sz="1000" b="0" i="0" dirty="0">
              <a:solidFill>
                <a:srgbClr val="FF6B35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0040" y="3858768"/>
            <a:ext cx="5577840" cy="347472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1480" y="393192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PLATFORM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80160" y="3922776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25880" y="3922776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CCD6E8"/>
                </a:solidFill>
                <a:latin typeface="Calibri"/>
              </a:rPr>
              <a:t>Web (PWA-ready)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3922776"/>
            <a:ext cx="1188720" cy="219456"/>
          </a:xfrm>
          <a:prstGeom prst="rect">
            <a:avLst/>
          </a:prstGeom>
          <a:solidFill>
            <a:srgbClr val="04102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06040" y="3922776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CCD6E8"/>
                </a:solidFill>
                <a:latin typeface="Calibri"/>
              </a:rPr>
              <a:t>Android (RN-ready)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263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🧠  Flood Risk Algorithm (0-100 Score)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4412" y="1764792"/>
            <a:ext cx="5394960" cy="2395728"/>
          </a:xfrm>
          <a:prstGeom prst="rect">
            <a:avLst/>
          </a:prstGeom>
          <a:solidFill>
            <a:srgbClr val="020614"/>
          </a:solidFill>
          <a:ln w="6350">
            <a:solidFill>
              <a:srgbClr val="1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0" y="1847088"/>
            <a:ext cx="5120640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D4FF"/>
                </a:solidFill>
                <a:latin typeface="Courier New"/>
              </a:rPr>
              <a:t>// Weighted Risk Score (0-100)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D6E8"/>
                </a:solidFill>
                <a:latin typeface="Courier New"/>
              </a:rPr>
              <a:t>riskScore 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>
              <a:solidFill>
                <a:srgbClr val="CCD6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DE80"/>
                </a:solidFill>
                <a:latin typeface="Courier New"/>
              </a:rPr>
              <a:t>// 1. Past 24h IMD rainfall (soil saturation)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D6E8"/>
                </a:solidFill>
                <a:latin typeface="Courier New"/>
              </a:rPr>
              <a:t>if (rain24h &gt; 150) += 45;  // Extreme heavy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D6E8"/>
                </a:solidFill>
                <a:latin typeface="Courier New"/>
              </a:rPr>
              <a:t>else if (rain24h &gt; 70)  += 35;  // Heavy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D6E8"/>
                </a:solidFill>
                <a:latin typeface="Courier New"/>
              </a:rPr>
              <a:t>else if (rain24h &gt; 35)  += 20;  // Moderate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>
              <a:solidFill>
                <a:srgbClr val="CCD6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DE80"/>
                </a:solidFill>
                <a:latin typeface="Courier New"/>
              </a:rPr>
              <a:t>// 2. Forecast accumulation pressure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D6E8"/>
                </a:solidFill>
                <a:latin typeface="Courier New"/>
              </a:rPr>
              <a:t>if (forecast &gt; 50mm || prob &gt; 80%) += 30;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>
              <a:solidFill>
                <a:srgbClr val="CCD6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DE80"/>
                </a:solidFill>
                <a:latin typeface="Courier New"/>
              </a:rPr>
              <a:t>// 3. IMD Color Warning Override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87171"/>
                </a:solidFill>
                <a:latin typeface="Courier New"/>
              </a:rPr>
              <a:t>if (RED)    score = max(score + 35, 80);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6B35"/>
                </a:solidFill>
                <a:latin typeface="Courier New"/>
              </a:rPr>
              <a:t>if (ORANGE) score = max(score + 25, 55);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C107"/>
                </a:solidFill>
                <a:latin typeface="Courier New"/>
              </a:rPr>
              <a:t>if (YELLOW) score = max(score + 15, 30);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4224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📊  Risk Severity Levels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4846320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6E8"/>
                </a:solidFill>
                <a:latin typeface="Calibri"/>
              </a:rPr>
              <a:t>Watch   (25-50)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26679" y="4882896"/>
            <a:ext cx="2743200" cy="13716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726679" y="4882896"/>
            <a:ext cx="1371600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63640" y="5193792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CD6E8"/>
                </a:solidFill>
                <a:latin typeface="Calibri"/>
              </a:rPr>
              <a:t>Warning (50-75)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26679" y="5230368"/>
            <a:ext cx="2743200" cy="13716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726679" y="5230368"/>
            <a:ext cx="20574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63640" y="5541264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6E8"/>
                </a:solidFill>
                <a:latin typeface="Calibri"/>
              </a:rPr>
              <a:t>Danger  (75-100)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26679" y="5577840"/>
            <a:ext cx="2743200" cy="13716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726679" y="5577840"/>
            <a:ext cx="2743200" cy="137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909560" y="4558284"/>
            <a:ext cx="2743200" cy="13716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09560" y="4573016"/>
            <a:ext cx="685800" cy="1371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57249" y="4472319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6E8"/>
                </a:solidFill>
                <a:latin typeface="Calibri"/>
              </a:rPr>
              <a:t>Safe    (0-25)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⚡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CatalystCrew</a:t>
            </a:r>
            <a:endParaRPr sz="105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🌀 </a:t>
            </a:r>
            <a:r>
              <a:rPr sz="1050" b="1" i="0" dirty="0" err="1">
                <a:solidFill>
                  <a:srgbClr val="FFC107"/>
                </a:solidFill>
                <a:latin typeface="Calibri"/>
              </a:rPr>
              <a:t>Astrwa</a:t>
            </a:r>
            <a:endParaRPr sz="1050" b="1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00D4FF"/>
                </a:solidFill>
                <a:latin typeface="Calibri"/>
              </a:rPr>
              <a:t>TRACK 02 —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ClimateT</a:t>
            </a:r>
            <a:r>
              <a:rPr lang="en-IN" sz="1050" b="1" dirty="0">
                <a:solidFill>
                  <a:srgbClr val="00D4FF"/>
                </a:solidFill>
                <a:latin typeface="Calibri"/>
              </a:rPr>
              <a:t>Sustainability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ech</a:t>
            </a:r>
            <a:r>
              <a:rPr sz="1050" b="1" i="0" dirty="0">
                <a:solidFill>
                  <a:srgbClr val="00D4FF"/>
                </a:solidFill>
                <a:latin typeface="Calibri"/>
              </a:rPr>
              <a:t> &amp;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06 / 07  —  Impact, Feasibility &amp; 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🌍 Impact, Feasibility &amp; Scalability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53312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📈  Social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55648"/>
            <a:ext cx="5577840" cy="475488"/>
          </a:xfrm>
          <a:prstGeom prst="rect">
            <a:avLst/>
          </a:prstGeom>
          <a:solidFill>
            <a:srgbClr val="100C28"/>
          </a:solidFill>
          <a:ln w="635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1755648"/>
            <a:ext cx="36576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1828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1838100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300M+ potential users in India's high flood-risk states: Bihar, Assam, Uttar Pradesh, Kerala, Odisha.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13432"/>
            <a:ext cx="5577840" cy="475488"/>
          </a:xfrm>
          <a:prstGeom prst="rect">
            <a:avLst/>
          </a:prstGeom>
          <a:solidFill>
            <a:srgbClr val="100C28"/>
          </a:solidFill>
          <a:ln w="635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313432"/>
            <a:ext cx="36576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23865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2395728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8"/>
                </a:solidFill>
                <a:latin typeface="Calibri"/>
              </a:rPr>
              <a:t>Reduces evacuation decision time from hours to &lt;60 seconds — critical when water rises 30 cm/hr.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71216"/>
            <a:ext cx="5577840" cy="475488"/>
          </a:xfrm>
          <a:prstGeom prst="rect">
            <a:avLst/>
          </a:prstGeom>
          <a:solidFill>
            <a:srgbClr val="100C28"/>
          </a:solidFill>
          <a:ln w="635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71216"/>
            <a:ext cx="36576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2944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2953512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Shelter capacity optimization prevents overcrowding and distributes load across verified relief centers.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29000"/>
            <a:ext cx="5577840" cy="475488"/>
          </a:xfrm>
          <a:prstGeom prst="rect">
            <a:avLst/>
          </a:prstGeom>
          <a:solidFill>
            <a:srgbClr val="100C28"/>
          </a:solidFill>
          <a:ln w="635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429000"/>
            <a:ext cx="36576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5021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511296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One-tap emergency services removes friction in life-or-death scenarios — no app switching needed.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86784"/>
            <a:ext cx="5577840" cy="475488"/>
          </a:xfrm>
          <a:prstGeom prst="rect">
            <a:avLst/>
          </a:prstGeom>
          <a:solidFill>
            <a:srgbClr val="100C28"/>
          </a:solidFill>
          <a:ln w="6350">
            <a:solidFill>
              <a:srgbClr val="4A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3986784"/>
            <a:ext cx="36576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0599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4069080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Aligns with UNSDG Goal 13 (Climate Action) &amp; Goal 11 (Sustainable Cities and Communities).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0288"/>
            <a:ext cx="5577840" cy="475488"/>
          </a:xfrm>
          <a:prstGeom prst="rect">
            <a:avLst/>
          </a:prstGeom>
          <a:solidFill>
            <a:srgbClr val="200404"/>
          </a:solidFill>
          <a:ln w="6350">
            <a:solidFill>
              <a:srgbClr val="6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617720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87171"/>
                </a:solidFill>
                <a:latin typeface="Calibri"/>
              </a:rPr>
              <a:t>🇮🇳  India annual flood damage: ₹75,000+ Crore  |  5,000+ deaths/year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5303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CCD6E8"/>
                </a:solidFill>
                <a:latin typeface="Calibri"/>
              </a:rPr>
              <a:t>Preventable with early warning + smart routing + real-time shelter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7226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D4FF"/>
                </a:solidFill>
                <a:latin typeface="Calibri"/>
              </a:rPr>
              <a:t>⚙️  Feasibility &amp; Scalability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1755648"/>
            <a:ext cx="5394960" cy="1060704"/>
          </a:xfrm>
          <a:prstGeom prst="rect">
            <a:avLst/>
          </a:prstGeom>
          <a:solidFill>
            <a:srgbClr val="061838"/>
          </a:solidFill>
          <a:ln w="6350">
            <a:solidFill>
              <a:srgbClr val="00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3368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2103120"/>
            <a:ext cx="5175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Zero Proprietary Data Cost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2340864"/>
            <a:ext cx="51755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100% free APIs: IMD (govt), Open-</a:t>
            </a:r>
            <a:r>
              <a:rPr sz="1050" b="0" i="0" dirty="0" err="1">
                <a:solidFill>
                  <a:srgbClr val="8A9BBF"/>
                </a:solidFill>
                <a:latin typeface="Calibri"/>
              </a:rPr>
              <a:t>Meteo</a:t>
            </a:r>
            <a:r>
              <a:rPr sz="1050" b="0" i="0" dirty="0">
                <a:solidFill>
                  <a:srgbClr val="8A9BBF"/>
                </a:solidFill>
                <a:latin typeface="Calibri"/>
              </a:rPr>
              <a:t> (open-source), OpenStreetMap (community). Zero licensing cost to scale nationally.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889504"/>
            <a:ext cx="5394960" cy="1060704"/>
          </a:xfrm>
          <a:prstGeom prst="rect">
            <a:avLst/>
          </a:prstGeom>
          <a:solidFill>
            <a:srgbClr val="1A1204"/>
          </a:solidFill>
          <a:ln w="6350">
            <a:solidFill>
              <a:srgbClr val="6A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73368" y="29626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3236976"/>
            <a:ext cx="5175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Cloud-Ready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3474720"/>
            <a:ext cx="51755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Node.js on AWS EC2/Lambda. React on S3 + CloudFront CDN. Scales to millions with horizontal pod auto-scaling.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4023360"/>
            <a:ext cx="5394960" cy="1060704"/>
          </a:xfrm>
          <a:prstGeom prst="rect">
            <a:avLst/>
          </a:prstGeom>
          <a:solidFill>
            <a:srgbClr val="120828"/>
          </a:solidFill>
          <a:ln w="6350">
            <a:solidFill>
              <a:srgbClr val="50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73368" y="4096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370832"/>
            <a:ext cx="5175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API-First &amp; Extensible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3368" y="4608576"/>
            <a:ext cx="51755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Clean REST endpoints. Ready to integrate ISRO RISAT satellite data, CWC river gauges &amp; NDMA push notifications.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5157216"/>
            <a:ext cx="5394960" cy="1060704"/>
          </a:xfrm>
          <a:prstGeom prst="rect">
            <a:avLst/>
          </a:prstGeom>
          <a:solidFill>
            <a:srgbClr val="061A0C"/>
          </a:solidFill>
          <a:ln w="6350">
            <a:solidFill>
              <a:srgbClr val="144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73368" y="5230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504688"/>
            <a:ext cx="5175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Low-Bandwidth Optimized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3368" y="5742432"/>
            <a:ext cx="51755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8A9BBF"/>
                </a:solidFill>
                <a:latin typeface="Calibri"/>
              </a:rPr>
              <a:t>15-min cache + offline mock fallback. Tested on 2G networks. Critical for rural flood-zone populations.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28" y="6060948"/>
            <a:ext cx="1325880" cy="50292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367919" y="61310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D4FF"/>
                </a:solidFill>
                <a:latin typeface="Calibri"/>
              </a:rPr>
              <a:t>1K+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6643708"/>
            <a:ext cx="1325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8A9BBF"/>
                </a:solidFill>
                <a:latin typeface="Calibri"/>
              </a:rPr>
              <a:t>IMD Stations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46504" y="6068568"/>
            <a:ext cx="1325880" cy="50292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48663" y="613714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4ADE80"/>
                </a:solidFill>
                <a:latin typeface="Calibri"/>
              </a:rPr>
              <a:t>&lt;1s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64792" y="6626760"/>
            <a:ext cx="1325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8A9BBF"/>
                </a:solidFill>
                <a:latin typeface="Calibri"/>
              </a:rPr>
              <a:t>Response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68396" y="6056376"/>
            <a:ext cx="1325880" cy="50292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193415" y="6124956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C107"/>
                </a:solidFill>
                <a:latin typeface="Calibri"/>
              </a:rPr>
              <a:t>₹0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9544" y="6636235"/>
            <a:ext cx="1325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8A9BBF"/>
                </a:solidFill>
                <a:latin typeface="Calibri"/>
              </a:rPr>
              <a:t>API Cost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99305" y="6056376"/>
            <a:ext cx="1325880" cy="50292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641215" y="615238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A78BFA"/>
                </a:solidFill>
                <a:latin typeface="Calibri"/>
              </a:rPr>
              <a:t>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41215" y="6626760"/>
            <a:ext cx="1325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8A9BBF"/>
                </a:solidFill>
                <a:latin typeface="Calibri"/>
              </a:rPr>
              <a:t>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necraft_bg_1792597179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🎓 PSIT Kanpur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⭐ A+ NAAC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⚡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CatalystCrew</a:t>
            </a:r>
            <a:endParaRPr sz="105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107"/>
                </a:solidFill>
                <a:latin typeface="Calibri"/>
              </a:rPr>
              <a:t>🌀 </a:t>
            </a:r>
            <a:r>
              <a:rPr sz="1050" b="1" i="0" dirty="0" err="1">
                <a:solidFill>
                  <a:srgbClr val="FFC107"/>
                </a:solidFill>
                <a:latin typeface="Calibri"/>
              </a:rPr>
              <a:t>Astrwa</a:t>
            </a:r>
            <a:endParaRPr sz="1050" b="1" i="0" dirty="0">
              <a:solidFill>
                <a:srgbClr val="FFC10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48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64008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CD6E8"/>
                </a:solidFill>
                <a:latin typeface="Calibri"/>
              </a:rPr>
              <a:t>☁️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4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BF"/>
                </a:solidFill>
                <a:latin typeface="Calibri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008"/>
            <a:ext cx="12801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D4FF"/>
                </a:solidFill>
                <a:latin typeface="Calibri"/>
              </a:rPr>
              <a:t>TRACK 02 — </a:t>
            </a:r>
            <a:r>
              <a:rPr sz="1050" b="1" i="0" dirty="0" err="1">
                <a:solidFill>
                  <a:srgbClr val="00D4FF"/>
                </a:solidFill>
                <a:latin typeface="Calibri"/>
              </a:rPr>
              <a:t>ClimateTech</a:t>
            </a:r>
            <a:r>
              <a:rPr sz="1050" b="1" i="0" dirty="0">
                <a:solidFill>
                  <a:srgbClr val="00D4FF"/>
                </a:solidFill>
                <a:latin typeface="Calibri"/>
              </a:rPr>
              <a:t> &amp;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548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  07 / 07  —  Prototype &amp; Future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🧪 Prototype &amp; Future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53312"/>
            <a:ext cx="11548872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✅  Current Prototype (Hackathon Build)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55648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1892808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18836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1828800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Live Weather + Flood Advisory: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2029968"/>
            <a:ext cx="5065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8"/>
                </a:solidFill>
                <a:latin typeface="Calibri"/>
              </a:rPr>
              <a:t>IMD + Open-</a:t>
            </a:r>
            <a:r>
              <a:rPr sz="1000" b="0" i="0" dirty="0" err="1">
                <a:solidFill>
                  <a:srgbClr val="CCD6E8"/>
                </a:solidFill>
                <a:latin typeface="Calibri"/>
              </a:rPr>
              <a:t>Meteo</a:t>
            </a:r>
            <a:r>
              <a:rPr sz="1000" b="0" i="0" dirty="0">
                <a:solidFill>
                  <a:srgbClr val="CCD6E8"/>
                </a:solidFill>
                <a:latin typeface="Calibri"/>
              </a:rPr>
              <a:t> hybrid engine with 0-100 risk scoring and actionable </a:t>
            </a:r>
            <a:r>
              <a:rPr sz="1000" b="0" i="0" dirty="0" err="1">
                <a:solidFill>
                  <a:srgbClr val="CCD6E8"/>
                </a:solidFill>
                <a:latin typeface="Calibri"/>
              </a:rPr>
              <a:t>colour</a:t>
            </a:r>
            <a:r>
              <a:rPr sz="1000" b="0" i="0" dirty="0">
                <a:solidFill>
                  <a:srgbClr val="CCD6E8"/>
                </a:solidFill>
                <a:latin typeface="Calibri"/>
              </a:rPr>
              <a:t>-coded alerts.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05456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2642616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6334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2578608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Real OSM Shelter Finder: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2779776"/>
            <a:ext cx="5065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8"/>
                </a:solidFill>
                <a:latin typeface="Calibri"/>
              </a:rPr>
              <a:t>Live capacity, GPS routing, amenity filtering, shelter contact &amp; one-tap navigation.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55264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3392424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3832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3328416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High-Precision Location System: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529584"/>
            <a:ext cx="5065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8"/>
                </a:solidFill>
                <a:latin typeface="Calibri"/>
              </a:rPr>
              <a:t>3-tier GPS, doorstep calibration, reverse geocoding chain down to colony-level accuracy.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05072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4142232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41330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078224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Cross-Platform UI: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279392"/>
            <a:ext cx="5065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8"/>
                </a:solidFill>
                <a:latin typeface="Calibri"/>
              </a:rPr>
              <a:t>Web Dashboard + Android Mobile App, 7-day forecast, stat cards, emergency contacts.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54880"/>
            <a:ext cx="5577840" cy="658368"/>
          </a:xfrm>
          <a:prstGeom prst="rect">
            <a:avLst/>
          </a:prstGeom>
          <a:solidFill>
            <a:srgbClr val="061F0E"/>
          </a:solidFill>
          <a:ln w="6350">
            <a:solidFill>
              <a:srgbClr val="164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" y="4892040"/>
            <a:ext cx="292608" cy="292608"/>
          </a:xfrm>
          <a:prstGeom prst="rect">
            <a:avLst/>
          </a:prstGeom>
          <a:solidFill>
            <a:srgbClr val="103A1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48828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4828032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Offline Resilience: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" y="5029200"/>
            <a:ext cx="5065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CD6E8"/>
                </a:solidFill>
                <a:latin typeface="Calibri"/>
              </a:rPr>
              <a:t>Mock fallback, 15-min cache, tested on 2G networks in simulated flood-zone connectivity.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50408"/>
            <a:ext cx="5577840" cy="457200"/>
          </a:xfrm>
          <a:prstGeom prst="rect">
            <a:avLst/>
          </a:prstGeom>
          <a:solidFill>
            <a:srgbClr val="02142E"/>
          </a:solidFill>
          <a:ln w="6350">
            <a:solidFill>
              <a:srgbClr val="0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5778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0D4FF"/>
                </a:solidFill>
                <a:latin typeface="Calibri"/>
              </a:rPr>
              <a:t>🔗  Live Demo: localhost:5173  |  Backend: Node.js :5001  |  Frontend: Vite React :5173</a:t>
            </a:r>
            <a:endParaRPr lang="en-US" sz="1000" b="1" i="0" dirty="0">
              <a:solidFill>
                <a:srgbClr val="00D4FF"/>
              </a:solidFill>
              <a:latin typeface="Calibri"/>
            </a:endParaRPr>
          </a:p>
          <a:p>
            <a:pPr algn="ctr"/>
            <a:r>
              <a:rPr lang="en-IN" sz="1000" b="1" dirty="0">
                <a:solidFill>
                  <a:srgbClr val="00D4FF"/>
                </a:solidFill>
                <a:latin typeface="Calibri"/>
              </a:rPr>
              <a:t>| </a:t>
            </a:r>
            <a:r>
              <a:rPr lang="en-IN" sz="1000" b="1" i="0" dirty="0">
                <a:solidFill>
                  <a:srgbClr val="00D4FF"/>
                </a:solidFill>
                <a:latin typeface="Calibri"/>
              </a:rPr>
              <a:t>Will Deploy o</a:t>
            </a:r>
            <a:r>
              <a:rPr lang="en-IN" sz="1000" b="1" dirty="0">
                <a:solidFill>
                  <a:srgbClr val="00D4FF"/>
                </a:solidFill>
                <a:latin typeface="Calibri"/>
              </a:rPr>
              <a:t>n </a:t>
            </a:r>
            <a:r>
              <a:rPr lang="en-IN" sz="1000" b="1" dirty="0" err="1">
                <a:solidFill>
                  <a:srgbClr val="00D4FF"/>
                </a:solidFill>
                <a:latin typeface="Calibri"/>
              </a:rPr>
              <a:t>vercel</a:t>
            </a:r>
            <a:r>
              <a:rPr lang="en-IN" sz="1000" b="1" dirty="0">
                <a:solidFill>
                  <a:srgbClr val="00D4FF"/>
                </a:solidFill>
                <a:latin typeface="Calibri"/>
              </a:rPr>
              <a:t> soon</a:t>
            </a:r>
            <a:endParaRPr sz="100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0040" y="6263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🗓️  Future Roadmap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828800"/>
            <a:ext cx="91440" cy="91440"/>
          </a:xfrm>
          <a:prstGeom prst="rect">
            <a:avLst/>
          </a:prstGeom>
          <a:solidFill>
            <a:srgbClr val="4ADE80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28232" y="1755648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Phase 1 — Q1 2027 (Post-Hackathon)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28232" y="1938528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chemeClr val="bg1"/>
                </a:solidFill>
                <a:latin typeface="Calibri"/>
              </a:rPr>
              <a:t>Push notifications via Firebase, PWA install, Hindi/Tamil/Bengali support, SMS for feature phones.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2395728"/>
            <a:ext cx="91440" cy="91440"/>
          </a:xfrm>
          <a:prstGeom prst="rect">
            <a:avLst/>
          </a:prstGeom>
          <a:solidFill>
            <a:srgbClr val="00D4FF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73368" y="2411951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Phase 2 — Q2 2027 (Beta Launch)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6138" y="2613807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Calibri"/>
              </a:rPr>
              <a:t>ISRO RISAT-2B satellite flood mapping, CWC river gauge live data, ML 72-hour flood forecast.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962656"/>
            <a:ext cx="91440" cy="91440"/>
          </a:xfrm>
          <a:prstGeom prst="rect">
            <a:avLst/>
          </a:prstGeom>
          <a:solidFill>
            <a:srgbClr val="FFC107"/>
          </a:solidFill>
          <a:ln w="9525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28232" y="2889504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Phase 3 — Q3 2027 (Govt Partnership)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232" y="3072384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Calibri"/>
              </a:rPr>
              <a:t>NDMA/State DM integration, official shelter registration, real-time capacity, NDRF dashboard.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3529584"/>
            <a:ext cx="91440" cy="91440"/>
          </a:xfrm>
          <a:prstGeom prst="rect">
            <a:avLst/>
          </a:prstGeom>
          <a:solidFill>
            <a:srgbClr val="A78BF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28232" y="3456432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Phase 4 — Q4 2027 (National Scale)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8232" y="3639312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chemeClr val="bg1"/>
                </a:solidFill>
                <a:latin typeface="Calibri"/>
              </a:rPr>
              <a:t>AWS national deployment, IoT water-level sensors, crowd-reporting, ₹0 cost open-data model.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407408"/>
            <a:ext cx="1627632" cy="64008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3640" y="451713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2027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864608"/>
            <a:ext cx="16276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A9BBF"/>
                </a:solidFill>
                <a:latin typeface="Calibri"/>
              </a:rPr>
              <a:t>Beta Launch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10727" y="4407408"/>
            <a:ext cx="1627632" cy="64008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0727" y="451713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C107"/>
                </a:solidFill>
                <a:latin typeface="Calibri"/>
              </a:rPr>
              <a:t>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0727" y="4864608"/>
            <a:ext cx="16276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A9BBF"/>
                </a:solidFill>
                <a:latin typeface="Calibri"/>
              </a:rPr>
              <a:t>States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57816" y="4407408"/>
            <a:ext cx="1627632" cy="640080"/>
          </a:xfrm>
          <a:prstGeom prst="rect">
            <a:avLst/>
          </a:prstGeom>
          <a:solidFill>
            <a:srgbClr val="08142E"/>
          </a:solidFill>
          <a:ln w="63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957816" y="451713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DE80"/>
                </a:solidFill>
                <a:latin typeface="Calibri"/>
              </a:rPr>
              <a:t>300M+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57816" y="4864608"/>
            <a:ext cx="16276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A9BBF"/>
                </a:solidFill>
                <a:latin typeface="Calibri"/>
              </a:rPr>
              <a:t>Lives Protected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6309360"/>
            <a:ext cx="12188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💧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FloodSafe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— Because in a flood, every second counts.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0" y="6556248"/>
            <a:ext cx="121889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A9BBF"/>
                </a:solidFill>
                <a:latin typeface="Calibri"/>
              </a:rPr>
              <a:t>Built for </a:t>
            </a:r>
            <a:r>
              <a:rPr sz="900" b="0" i="0" dirty="0" err="1">
                <a:solidFill>
                  <a:srgbClr val="8A9BBF"/>
                </a:solidFill>
                <a:latin typeface="Calibri"/>
              </a:rPr>
              <a:t>CatalystCrew</a:t>
            </a:r>
            <a:r>
              <a:rPr sz="900" b="0" i="0" dirty="0">
                <a:solidFill>
                  <a:srgbClr val="8A9BBF"/>
                </a:solidFill>
                <a:latin typeface="Calibri"/>
              </a:rPr>
              <a:t> × </a:t>
            </a:r>
            <a:r>
              <a:rPr sz="900" b="0" i="0" dirty="0" err="1">
                <a:solidFill>
                  <a:srgbClr val="8A9BBF"/>
                </a:solidFill>
                <a:latin typeface="Calibri"/>
              </a:rPr>
              <a:t>Astrwa</a:t>
            </a:r>
            <a:r>
              <a:rPr sz="900" b="0" i="0" dirty="0">
                <a:solidFill>
                  <a:srgbClr val="8A9BBF"/>
                </a:solidFill>
                <a:latin typeface="Calibri"/>
              </a:rPr>
              <a:t> Hackathon  |  PSIT Kanpur × AWS  |  Track 02: </a:t>
            </a:r>
            <a:r>
              <a:rPr sz="900" b="0" i="0" dirty="0" err="1">
                <a:solidFill>
                  <a:srgbClr val="8A9BBF"/>
                </a:solidFill>
                <a:latin typeface="Calibri"/>
              </a:rPr>
              <a:t>ClimateTech</a:t>
            </a:r>
            <a:r>
              <a:rPr sz="900" b="0" i="0" dirty="0">
                <a:solidFill>
                  <a:srgbClr val="8A9BBF"/>
                </a:solidFill>
                <a:latin typeface="Calibri"/>
              </a:rPr>
              <a:t> &amp; Sustainability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36</TotalTime>
  <Words>1671</Words>
  <Application>Microsoft Office PowerPoint</Application>
  <PresentationFormat>Custom</PresentationFormat>
  <Paragraphs>295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Courier New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Adeel Khan</cp:lastModifiedBy>
  <cp:revision>1</cp:revision>
  <dcterms:created xsi:type="dcterms:W3CDTF">2013-01-27T09:14:16Z</dcterms:created>
  <dcterms:modified xsi:type="dcterms:W3CDTF">2026-10-21T16:31:07Z</dcterms:modified>
  <cp:category/>
</cp:coreProperties>
</file>